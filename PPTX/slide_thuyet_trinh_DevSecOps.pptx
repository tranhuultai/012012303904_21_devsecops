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Đồ án DevSecOps - Đề tài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Xây dựng đường ống DevSecOps phát hiện cấu hình sai và lỗ hổng trước triển khai</a:t>
            </a:r>
          </a:p>
          <a:p>
            <a:r>
              <a:t>Trần Hữu Tài - Đỗ Ngọc Duy - Hoàng Gia Long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Vấn đề và mục tiêu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Vấn đề: lỗ hổng và cấu hình sai thường bị phát hiện muộn, sau khi đã triển khai.</a:t>
            </a:r>
          </a:p>
          <a:p>
            <a:pPr>
              <a:spcAft>
                <a:spcPts val="800"/>
              </a:spcAft>
              <a:defRPr sz="2000"/>
            </a:pPr>
            <a:r>
              <a:t>Mục tiêu: chặn lỗi trước triển khai bằng pipeline tự động trên mọi PR.</a:t>
            </a:r>
          </a:p>
          <a:p>
            <a:pPr>
              <a:spcAft>
                <a:spcPts val="800"/>
              </a:spcAft>
              <a:defRPr sz="2000"/>
            </a:pPr>
            <a:r>
              <a:t>Cách tiếp cận: shift-left, defense in depth 5 lớp, gate policy-as-code.</a:t>
            </a:r>
          </a:p>
          <a:p>
            <a:pPr>
              <a:spcAft>
                <a:spcPts val="800"/>
              </a:spcAft>
              <a:defRPr sz="2000"/>
            </a:pPr>
            <a:r>
              <a:t>Đo lường được: bộ đáp án 28 lỗi + 8 đối chứng + 10 sạch; 4 thí nghiệm E1-E4.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Phân công nhóm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85800">
                <a:tc>
                  <a:txBody>
                    <a:bodyPr/>
                    <a:lstStyle/>
                    <a:p>
                      <a:r>
                        <a:rPr sz="1600"/>
                        <a:t>Thành viên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Vai trò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Thí nghiệm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Trần Hữu Tài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Hạ tầng, container, chuỗi cung ứng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Đỗ Ngọc Duy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Ứng dụng, quét mã,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Hoàng Gia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Chính sách gate, thí nghiệm, báo cáo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E1, E2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Kiến trúc đường 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5 lớp quét: SAST (Semgrep) - Secret (Gitleaks) - SCA (Trivy) - IaC/K8s (Checkov, Trivy config) - Image/SBOM (Trivy, Syft, Grype).</a:t>
            </a:r>
          </a:p>
          <a:p>
            <a:pPr>
              <a:spcAft>
                <a:spcPts val="800"/>
              </a:spcAft>
              <a:defRPr sz="2000"/>
            </a:pPr>
            <a:r>
              <a:t>Chuẩn hóa + làm giàu: một khuôn finding, bổ sung KEV/EPSS/bản vá/độ tin cậy.</a:t>
            </a:r>
          </a:p>
          <a:p>
            <a:pPr>
              <a:spcAft>
                <a:spcPts val="800"/>
              </a:spcAft>
              <a:defRPr sz="2000"/>
            </a:pPr>
            <a:r>
              <a:t>Gate: Rego + Conftest, ba hồ sơ G0/G1/G2, fail-closed, ngoại lệ có hạn.</a:t>
            </a:r>
          </a:p>
          <a:p>
            <a:pPr>
              <a:spcAft>
                <a:spcPts val="800"/>
              </a:spcAft>
              <a:defRPr sz="2000"/>
            </a:pPr>
            <a:r>
              <a:t>Chuỗi cung ứng: push theo digest, ký Cosign keyless, verify trước deploy kind.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Luồng quyết định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reports/*.json -&gt; normalize_findings.py (validate schema, fail-closed)</a:t>
            </a:r>
          </a:p>
          <a:p>
            <a:pPr>
              <a:spcAft>
                <a:spcPts val="800"/>
              </a:spcAft>
              <a:defRPr sz="2000"/>
            </a:pPr>
            <a:r>
              <a:t>-&gt; enrich_findings.py (KEV, EPSS, fix_available, match_confidence)</a:t>
            </a:r>
          </a:p>
          <a:p>
            <a:pPr>
              <a:spcAft>
                <a:spcPts val="800"/>
              </a:spcAft>
              <a:defRPr sz="2000"/>
            </a:pPr>
            <a:r>
              <a:t>-&gt; gate_input.py (ghép ngoại lệ security/exceptions.yaml)</a:t>
            </a:r>
          </a:p>
          <a:p>
            <a:pPr>
              <a:spcAft>
                <a:spcPts val="800"/>
              </a:spcAft>
              <a:defRPr sz="2000"/>
            </a:pPr>
            <a:r>
              <a:t>-&gt; run_gate.sh (Conftest + policy/gN) -&gt; gate_report + tóm tắt PR</a:t>
            </a:r>
          </a:p>
          <a:p>
            <a:pPr>
              <a:spcAft>
                <a:spcPts val="800"/>
              </a:spcAft>
              <a:defRPr sz="2000"/>
            </a:pPr>
            <a:r>
              <a:t>Quyết định: BLOCK chặn merge - WARN cho qua kèm cảnh báo - PASS sạch.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Bộ đáp án thực nghiệm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85800">
                <a:tc>
                  <a:txBody>
                    <a:bodyPr/>
                    <a:lstStyle/>
                    <a:p>
                      <a:r>
                        <a:rPr sz="1600"/>
                        <a:t>Nhóm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Số mẫu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Đo gì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D01-D28 lỗi gieo cài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recall, precision, F1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N01-N08 đối chứng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báo nhầm của máy quét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C01-C10 thay đổi sạch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chặn nhầm của chính sách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Phủ 5 lớp: SAST D01-D06, secret D07-D08, SCA D09-D11, IaC/image/K8s D12-D25, workflow D26-D28.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Ba hồ sơ chính sách gate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85800">
                <a:tc>
                  <a:txBody>
                    <a:bodyPr/>
                    <a:lstStyle/>
                    <a:p>
                      <a:r>
                        <a:rPr sz="1600"/>
                        <a:t>Hồ sơ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Luật chặn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Ý nghĩa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Không chặn gì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đo nhiễu nền: 28/28 lỗi lọt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Mọi MEDIUM+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máy móc theo CVSS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KEV, EPSS&gt;=0.10, secret, bản vá, khóa kiểm soát 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ngữ cảnh rủi ro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E1 - Hiệu quả phát hiện lỗi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/>
                    <a:lstStyle/>
                    <a:p>
                      <a:r>
                        <a:rPr sz="1600"/>
                        <a:t>Chính sách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Chặn nhầm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60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78.57%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0.8800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G2 hạ 6 lỗi MEDIUM xuống WARN (D04, D06, D20, D22, D23, D28) để giảm mệt mỏi cảnh báo.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E2 - Chọn chính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Khuyến nghị tự động: G1 (F1 cao nhất với 0 chặn nhầm).</a:t>
            </a:r>
          </a:p>
          <a:p>
            <a:pPr>
              <a:spcAft>
                <a:spcPts val="800"/>
              </a:spcAft>
              <a:defRPr sz="2000"/>
            </a:pPr>
            <a:r>
              <a:t>G2 phù hợp vận hành thật: chặn rủi ro khai thác được, WARN phần cấu hình nhẹ.</a:t>
            </a:r>
          </a:p>
          <a:p>
            <a:pPr>
              <a:spcAft>
                <a:spcPts val="800"/>
              </a:spcAft>
              <a:defRPr sz="2000"/>
            </a:pPr>
            <a:r>
              <a:t>Cả ba chính sách đều 0 chặn nhầm trên 10 sạch + 8 đối chứng.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E3 - Thời gian 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1371600">
                <a:tc>
                  <a:txBody>
                    <a:bodyPr/>
                    <a:lstStyle/>
                    <a:p>
                      <a:r>
                        <a:rPr sz="160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Ngưỡng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rPr sz="16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147.5s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162.3s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164.15s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166.0s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600s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Báo trung vị và phân vị thay cho trung bình; không lần chạy nào vượt ngưỡng tê liệt.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E4 - Khắc phục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Dockerfile: khắc phục 4/4 chiều (không root, không ADD URL, không sshd/22, multi-stage).</a:t>
            </a:r>
          </a:p>
          <a:p>
            <a:pPr>
              <a:spcAft>
                <a:spcPts val="800"/>
              </a:spcAft>
              <a:defRPr sz="2000"/>
            </a:pPr>
            <a:r>
              <a:t>Trôi dữ liệu: 1 quyết định G2 đổi khi cập nhật KEV/EPSS (CVE-2024-24762 WARN -&gt; BLOCK).</a:t>
            </a:r>
          </a:p>
          <a:p>
            <a:pPr>
              <a:spcAft>
                <a:spcPts val="800"/>
              </a:spcAft>
              <a:defRPr sz="2000"/>
            </a:pPr>
            <a:r>
              <a:t>Số liệu live (trivy/SBOM trước-sau) thu trên CI job image.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Bằng chứng kiểm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pytest: 50/50 pass (ứng dụng + E1-E3 + 17 test công cụ).</a:t>
            </a:r>
          </a:p>
          <a:p>
            <a:pPr>
              <a:spcAft>
                <a:spcPts val="800"/>
              </a:spcAft>
              <a:defRPr sz="2000"/>
            </a:pPr>
            <a:r>
              <a:t>conftest verify: G0/G1/G2 pass toàn bộ, gồm fail-closed và ngoại lệ.</a:t>
            </a:r>
          </a:p>
          <a:p>
            <a:pPr>
              <a:spcAft>
                <a:spcPts val="800"/>
              </a:spcAft>
              <a:defRPr sz="2000"/>
            </a:pPr>
            <a:r>
              <a:t>Luật workflow: mẫu lỗi 4 deny đúng D26-D28; ci.yml sạch pass.</a:t>
            </a:r>
          </a:p>
          <a:p>
            <a:pPr>
              <a:spcAft>
                <a:spcPts val="800"/>
              </a:spcAft>
              <a:defRPr sz="2000"/>
            </a:pPr>
            <a:r>
              <a:t>38/38 patch bộ đáp án áp sạch trên baseline main.</a:t>
            </a:r>
          </a:p>
          <a:p>
            <a:pPr>
              <a:spcAft>
                <a:spcPts val="800"/>
              </a:spcAft>
              <a:defRPr sz="2000"/>
            </a:pPr>
            <a:r>
              <a:t>Gate end-to-end trên dữ liệu mô phỏng: BLOCK đúng và sinh tóm tắt 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Pipeline chặn lỗi trước triển khai với quyết định giải thích được bằng luật có kiểm thử.</a:t>
            </a:r>
          </a:p>
          <a:p>
            <a:pPr>
              <a:spcAft>
                <a:spcPts val="800"/>
              </a:spcAft>
              <a:defRPr sz="2000"/>
            </a:pPr>
            <a:r>
              <a:t>Chính sách ngữ cảnh (G2) cân bằng rủi ro và ma sát tốt hơn chính sách máy móc (G1).</a:t>
            </a:r>
          </a:p>
          <a:p>
            <a:pPr>
              <a:spcAft>
                <a:spcPts val="800"/>
              </a:spcAft>
              <a:defRPr sz="2000"/>
            </a:pPr>
            <a:r>
              <a:t>Chuỗi cung ứng an toàn: ghim SHA, checksum, ký keyless, verify trước deploy.</a:t>
            </a:r>
          </a:p>
          <a:p>
            <a:pPr>
              <a:spcAft>
                <a:spcPts val="800"/>
              </a:spcAft>
              <a:defRPr sz="2000"/>
            </a:pPr>
            <a:r>
              <a:t>Toàn bộ số liệu tái lập được bằng lệnh trong tests/README.md.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